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E3D5CA-F902-B85A-BBE2-B0AA80261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80FA43-8EEE-6ED9-A58B-981D05C7F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F77CE6-99BC-65CD-754E-D2C10E4E2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786A8-B36E-47A2-9DB9-BD69C1C2A495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3FA442-DE90-5CAA-95CE-F77174F65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178E9D-7D24-F2A4-D02F-DBAA3EEF9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0DD6-3AD6-4044-B576-80A8A183FD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399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BC010-BDFD-BBF8-468A-B69995653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F69CFA-D9DF-9426-D5F8-454BDC556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59DA42-C62A-1B23-33D0-C61BC3323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786A8-B36E-47A2-9DB9-BD69C1C2A495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A10B43-C966-55D9-28BB-113629977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4183A3-C5B1-E075-CA05-F743D5A8C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0DD6-3AD6-4044-B576-80A8A183FD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359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25119-E314-3871-E799-6BF874EF8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0D3DAC-A774-438A-DF45-49C872EC9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649E70-3C3A-9EB5-0FC7-99D09E8CA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786A8-B36E-47A2-9DB9-BD69C1C2A495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11EA55-E016-F3C6-2733-6244F1CA0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6FB445-048E-EC01-E4FC-893E8A1D7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0DD6-3AD6-4044-B576-80A8A183FD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852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2243F9-BABC-C7AA-B525-43353EB67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A300E3-D9A9-5B3C-7243-392ACCE9E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3196FDA-E303-8D98-07A7-D59DAA920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094111-CC38-A227-4CE0-5531D655B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786A8-B36E-47A2-9DB9-BD69C1C2A495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375E73-CDEF-7010-C600-DF0E7BCC4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39431B-6490-5F60-3B74-C0E5991F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0DD6-3AD6-4044-B576-80A8A183FD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03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370DB-50EA-F63B-E4A6-3B734993D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56F5DF-2EF7-F687-AFB6-B5DFE0E4F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F1E668-2BCB-7B3E-ACFD-DF878A3A8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540F81-3140-8050-F80D-7E7C0964F4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498A959-263B-F030-3D71-BF632E8F4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3A4BB63-933A-A51A-7E9F-47351658B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786A8-B36E-47A2-9DB9-BD69C1C2A495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668EC6E-1B7E-3A21-5379-D56EA8E5E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0632EF6-83B3-95B7-8313-C8EED8ACE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0DD6-3AD6-4044-B576-80A8A183FD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622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ABB541-8ADE-C179-EDD3-AF4684C2E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6A5C6EF-9E46-AF1E-811C-CC5E5423D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786A8-B36E-47A2-9DB9-BD69C1C2A495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3C097C8-94AB-BBD6-CB47-246E438A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9173466-FEBE-5976-DB6B-9E68FA65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0DD6-3AD6-4044-B576-80A8A183FD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57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246D545-8256-3BAB-B14E-10335E05B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786A8-B36E-47A2-9DB9-BD69C1C2A495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E1597B2-A155-4D3E-74A6-E85FC7930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9686F9-EA40-5687-5BD7-5BD7D2B4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0DD6-3AD6-4044-B576-80A8A183FD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796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35A591-9E0A-3071-9A93-573D434A9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8CE111-296B-B8AD-A100-417043BB5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D8A7F9-926B-2301-6A2E-C85F0C5F2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01A769-5808-302A-5C8F-5B6A96E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786A8-B36E-47A2-9DB9-BD69C1C2A495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2C6B76-AADE-7352-28E4-8EBCF6CFC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1D2A37-BD3E-6B8A-4F24-9FB374BB3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0DD6-3AD6-4044-B576-80A8A183FD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35C4F-4FF2-BE79-6429-899037BF5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BFA507-BCEB-E9F1-A6E1-B3707AA1A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34BE5C7-4B53-01E8-F582-D3D9BB379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803911-EF61-398A-9208-0D6A135E3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786A8-B36E-47A2-9DB9-BD69C1C2A495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DD9968-262A-8123-6B2C-04CCE03DD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98DCB90-E886-312C-DD30-42DFC4222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0DD6-3AD6-4044-B576-80A8A183FD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437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55499-DABA-E806-9D74-8C7373C0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D772E5-A635-C039-1021-9F86FE2F6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D5ADBB-0C28-728A-5CE9-9C1DA7582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786A8-B36E-47A2-9DB9-BD69C1C2A495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0A630F-7807-1039-F6BA-EFB98B092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A73ADE-E44B-04BE-60AC-E651158CE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0DD6-3AD6-4044-B576-80A8A183FD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140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79EC2CE-0DFD-0CDF-F38C-43F5CEDB0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4FFAC5-199F-582A-BD20-96F4399A7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D8908A-5597-126D-863E-620941D9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786A8-B36E-47A2-9DB9-BD69C1C2A495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49CA15-E672-AE96-9DAB-4819CB5A5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256173-652C-2FEC-FDA6-F1457BC4A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0DD6-3AD6-4044-B576-80A8A183FD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875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E4A75-B916-5132-9AA6-770E2C9A0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6DD9AB-ADBC-9024-F803-42C672CD8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4CB2DE-CEBD-008D-D0AB-914FBC25F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E786A8-B36E-47A2-9DB9-BD69C1C2A495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9B5B03-3D21-CB38-8748-E374002C17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B03EB8-14DD-E800-2B70-9811FFF83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D50DD6-3AD6-4044-B576-80A8A183FD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888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C289B5-F9CB-A1B0-3252-5DAAF9A533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3B1C65-8AD1-BF08-58EC-0C525C93D4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7F05DA-3F26-9532-E611-81526488A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91661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2830972-6711-4107-8D59-8F186BAF5C44}"/>
              </a:ext>
            </a:extLst>
          </p:cNvPr>
          <p:cNvSpPr/>
          <p:nvPr/>
        </p:nvSpPr>
        <p:spPr>
          <a:xfrm>
            <a:off x="0" y="-1"/>
            <a:ext cx="1246632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56E4FB2-1A0A-6CDA-B832-4177B73087E7}"/>
              </a:ext>
            </a:extLst>
          </p:cNvPr>
          <p:cNvSpPr/>
          <p:nvPr/>
        </p:nvSpPr>
        <p:spPr>
          <a:xfrm>
            <a:off x="1524000" y="1122363"/>
            <a:ext cx="9144000" cy="3586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/>
              <a:t>Исследование динамики невывезенного объема СУГ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93CEB6E-6637-6818-1ADA-01C5105AC576}"/>
              </a:ext>
            </a:extLst>
          </p:cNvPr>
          <p:cNvSpPr/>
          <p:nvPr/>
        </p:nvSpPr>
        <p:spPr>
          <a:xfrm>
            <a:off x="7772400" y="5374640"/>
            <a:ext cx="4135120" cy="12395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Исследование выполнил Халитов Марат </a:t>
            </a:r>
            <a:r>
              <a:rPr lang="ru-RU" dirty="0" err="1"/>
              <a:t>Искандарович</a:t>
            </a:r>
            <a:endParaRPr lang="ru-RU" dirty="0"/>
          </a:p>
          <a:p>
            <a:pPr algn="ctr"/>
            <a:r>
              <a:rPr lang="ru-RU" dirty="0"/>
              <a:t>В рамках курса по анализу данных</a:t>
            </a:r>
          </a:p>
        </p:txBody>
      </p:sp>
    </p:spTree>
    <p:extLst>
      <p:ext uri="{BB962C8B-B14F-4D97-AF65-F5344CB8AC3E}">
        <p14:creationId xmlns:p14="http://schemas.microsoft.com/office/powerpoint/2010/main" val="1087410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7C412B-2D8E-B6A2-8F83-3210A4680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dirty="0"/>
              <a:t>Пик не вывоза СУГ приходится с апреля по июль 2024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04E19A6-1528-601D-6E34-BC553DAE5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83" y="1825624"/>
            <a:ext cx="12002814" cy="494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861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064D3C4C-4C55-90B4-5D32-4DD624DB7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618593"/>
            <a:ext cx="10905066" cy="5239407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9B78A13-2FC5-67EC-7F5A-884C6B8B3B23}"/>
              </a:ext>
            </a:extLst>
          </p:cNvPr>
          <p:cNvSpPr/>
          <p:nvPr/>
        </p:nvSpPr>
        <p:spPr>
          <a:xfrm>
            <a:off x="1351280" y="152400"/>
            <a:ext cx="9894789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  <a:latin typeface="+mj-lt"/>
              </a:rPr>
              <a:t>Основное начисление пеней с апреля по июль 2024 года</a:t>
            </a:r>
          </a:p>
        </p:txBody>
      </p:sp>
    </p:spTree>
    <p:extLst>
      <p:ext uri="{BB962C8B-B14F-4D97-AF65-F5344CB8AC3E}">
        <p14:creationId xmlns:p14="http://schemas.microsoft.com/office/powerpoint/2010/main" val="593624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55435-7C80-DCDA-C770-48C8E2A76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dirty="0"/>
              <a:t>Штрафы идут вслед за невывозом топлива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D57A334-C319-834D-C057-BFFA356B1B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24" y="1825624"/>
            <a:ext cx="11929241" cy="503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339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F1229-C255-BAFF-7964-D3B642CAD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C274B5-9C5B-44E6-2AC9-810925FD8D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85D0C7-8012-A8F2-765C-E53C0967BF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66F21A-906D-6CF6-B155-3B56DD194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91661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8011C46-E444-0B3F-A9E3-DAED77107D51}"/>
              </a:ext>
            </a:extLst>
          </p:cNvPr>
          <p:cNvSpPr/>
          <p:nvPr/>
        </p:nvSpPr>
        <p:spPr>
          <a:xfrm>
            <a:off x="0" y="-1"/>
            <a:ext cx="1246632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D460328-8D7F-694F-510E-F5429CB22C0D}"/>
              </a:ext>
            </a:extLst>
          </p:cNvPr>
          <p:cNvSpPr/>
          <p:nvPr/>
        </p:nvSpPr>
        <p:spPr>
          <a:xfrm>
            <a:off x="1524000" y="1122363"/>
            <a:ext cx="9144000" cy="3586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/>
              <a:t>Спасибо за внимание!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6DA8B03-BA16-F5D8-4F78-25F875375394}"/>
              </a:ext>
            </a:extLst>
          </p:cNvPr>
          <p:cNvSpPr/>
          <p:nvPr/>
        </p:nvSpPr>
        <p:spPr>
          <a:xfrm>
            <a:off x="7772400" y="5374640"/>
            <a:ext cx="4135120" cy="12395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Халитов Марат </a:t>
            </a:r>
            <a:r>
              <a:rPr lang="ru-RU" dirty="0" err="1"/>
              <a:t>Искандарович</a:t>
            </a:r>
            <a:endParaRPr lang="ru-RU" dirty="0"/>
          </a:p>
          <a:p>
            <a:pPr algn="ctr"/>
            <a:r>
              <a:rPr lang="ru-RU" dirty="0"/>
              <a:t>@Marat23121982</a:t>
            </a:r>
          </a:p>
          <a:p>
            <a:pPr algn="ctr"/>
            <a:r>
              <a:rPr lang="ru-RU" dirty="0"/>
              <a:t>bankrotkzn@gmail.com</a:t>
            </a:r>
          </a:p>
          <a:p>
            <a:pPr algn="ctr"/>
            <a:r>
              <a:rPr lang="ru-RU" dirty="0"/>
              <a:t>89047635882</a:t>
            </a:r>
          </a:p>
        </p:txBody>
      </p:sp>
    </p:spTree>
    <p:extLst>
      <p:ext uri="{BB962C8B-B14F-4D97-AF65-F5344CB8AC3E}">
        <p14:creationId xmlns:p14="http://schemas.microsoft.com/office/powerpoint/2010/main" val="293072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56</Words>
  <Application>Microsoft Office PowerPoint</Application>
  <PresentationFormat>Широкоэкранный</PresentationFormat>
  <Paragraphs>11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Тема Office</vt:lpstr>
      <vt:lpstr>Презентация PowerPoint</vt:lpstr>
      <vt:lpstr>Пик не вывоза СУГ приходится с апреля по июль 2024</vt:lpstr>
      <vt:lpstr>Презентация PowerPoint</vt:lpstr>
      <vt:lpstr>Штрафы идут вслед за невывозом топлива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t4328</dc:creator>
  <cp:lastModifiedBy>t4328</cp:lastModifiedBy>
  <cp:revision>1</cp:revision>
  <dcterms:created xsi:type="dcterms:W3CDTF">2026-06-20T15:44:34Z</dcterms:created>
  <dcterms:modified xsi:type="dcterms:W3CDTF">2026-06-20T16:12:51Z</dcterms:modified>
</cp:coreProperties>
</file>